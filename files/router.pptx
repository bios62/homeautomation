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8E5B-67C6-AFB2-1801-7E1013F49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2FB90-48C5-E0C1-B94C-46837E37D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C6AD8-74D1-0B5A-DDB6-1AE2598A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A6594-D02B-0E63-8C6B-0A8A198C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047AD-0B36-E7C1-66C5-81A5946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52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6BFD-5013-836B-F209-D6087DEB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4713-797C-3123-BD14-6DAFBB29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37BC9-B632-36E9-EE2E-751BE241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09EA9-3826-4AFB-29EA-ED12A76A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70D0F-3703-4946-C192-9B8D5ECE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50E2-6447-AFA7-60C0-58941055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C6F4B-322F-5CB4-DEF6-9F6C2A62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A11E0-B72F-1643-85D9-7CB94106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99C4-C6AE-3A3B-0F4E-CAF2234F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4133-3560-A84E-03A4-E32F30A8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9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261-0084-0B68-D57B-D396F339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7C2F4-BCB6-34F8-5958-8BFEBE50D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B4638-C7D6-073C-C68E-211A94D40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E0DC9-14EA-37EB-EDD2-245E0674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D06B0-004C-25C9-AE89-27E932CD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29A9E-D94C-5757-84AB-96502C79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24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2CAC-0306-84BA-54C5-132F2D8D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208E0-C576-9C20-5CAC-7A9198EA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03073-A38D-C17E-A819-B1768BE78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1037A-1CC9-F607-8BC5-1F1CE9E31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E6976-4F56-8141-775C-88F5E49EA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95989-AB5C-CDF6-916A-4AE03FE8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4CDCEE-0754-28BD-19F3-784E4311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10B14-A063-37AE-AF2C-7911067A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4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BD25-7B38-4510-A5D5-66CFAEDD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6E6F6-0B59-D2D3-6926-7511D758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BA96D-B860-EACD-C9CE-9CD84EDE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A450A-A494-1735-A9B7-45D2A734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58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C50A7-4D51-3C86-FF34-49036967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48ADB9-C0FF-73C9-7423-CA0F960E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B75A-7A47-A666-1917-59E9B9A8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37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4FA6-8A3F-7655-E72C-88B53E18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BA07-D06D-DF53-026D-BAEECF369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98657-E4B1-0D89-9A1C-C393BF12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6332C-A9E4-7C80-8714-2EEE70151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6428-C1EE-EA82-4A4A-DB8829D6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CC3B9-2A8D-B24C-B79D-B5D56812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8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F167-1563-894A-8E54-E9F9D5C8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C4942-5758-CAB9-09A6-97A29F378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410F2-CCC7-0D11-0579-D0FBE4662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F6EFB-A72F-912C-38E7-43D7E351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CC41B-96BF-F794-E0F4-BF9036AD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F5305-C046-8B7F-6FEA-41965945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80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5D0-9DF0-16E4-9DC5-6234E614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AB9AD-F327-D49D-FBDF-D67FE38E1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06919-325E-4842-875B-37F39DC7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8BFA-07F1-CDF9-6C9C-FEF34EB9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CA28-1F7B-4869-A478-8A0B4581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68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720FB-710B-35E4-15E6-EC3539A95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4B5C2-97F0-4063-2ACF-4A2E3A860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8196-3A21-57DD-D235-293B6CC7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C8971-882F-988C-4B29-00EE7BDA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80853-0724-BDC7-0744-5B4F9DD2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5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E8005-EBBB-6C1C-BD5C-0C381F44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A0484-0B60-46FB-BA81-227458F14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CF39E-BEF0-B23E-CB23-D73409B10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7C8B0-48F6-41A7-822D-4D7CC3C69375}" type="datetimeFigureOut">
              <a:rPr lang="en-GB" smtClean="0"/>
              <a:t>05/02/2024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B741-FF1C-C2BC-F90F-D081B5525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5347-FCFE-F8C2-B92A-2A0575726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E3329-EBEC-439D-9EF7-16568F77B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80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9FFD8-F979-660D-570B-930599F1A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69"/>
            <a:ext cx="12192000" cy="661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9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C4A1E-A62F-8D01-7934-6A850E3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69"/>
            <a:ext cx="12192000" cy="661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1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3379C-04BD-D055-8D36-B33CF5BB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69"/>
            <a:ext cx="12192000" cy="661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0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4F131C-8D83-7E18-B56D-E74ADAD8F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605568"/>
              </p:ext>
            </p:extLst>
          </p:nvPr>
        </p:nvGraphicFramePr>
        <p:xfrm>
          <a:off x="2032000" y="719666"/>
          <a:ext cx="812799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27863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19194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37267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52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D8:0D:17:14:66:5F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14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D8:0D:17:14:68:A3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63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68:FF:7B:B8:51:EF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91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50:C7:BF:5F:25:13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366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68:FF:7B:B8:4F:C6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3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68:FF:7B:B8:52:8E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45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CC:32:E5:8D:74:3F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98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CC:32:E5:8D:73:79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22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D8:0D:17:14:66:5F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 dirty="0" err="1"/>
                        <a:t>Default</a:t>
                      </a:r>
                      <a:endParaRPr lang="nb-N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60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CC:32:E5:8D:74:73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192.168.0.144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/>
                        <a:t>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08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B8:27:EB:6B:F1:FC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192.168.0.108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7896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ED00EFA-0745-0DE6-B3B2-6DA185902501}"/>
              </a:ext>
            </a:extLst>
          </p:cNvPr>
          <p:cNvSpPr txBox="1"/>
          <p:nvPr/>
        </p:nvSpPr>
        <p:spPr>
          <a:xfrm>
            <a:off x="2259106" y="5307106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B8-27-EB-04-70-30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67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67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99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90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Inge Os</dc:creator>
  <cp:lastModifiedBy>Inge Os</cp:lastModifiedBy>
  <cp:revision>2</cp:revision>
  <dcterms:created xsi:type="dcterms:W3CDTF">2024-02-04T17:43:29Z</dcterms:created>
  <dcterms:modified xsi:type="dcterms:W3CDTF">2024-02-05T17:04:02Z</dcterms:modified>
</cp:coreProperties>
</file>